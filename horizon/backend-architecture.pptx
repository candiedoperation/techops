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stages; the output under each is what the next stage receives. Everything on the left is read from Gitea's own API with a read-only token — nothing was installed there, and nothing is written back. Unmapped repositories are attributed to nobody. Staging is append-only and the weekly rows are a projection, so history can be replayed a week at a time. Policy gates run before any model call, and a failed judgment writes nothing: the snapshot table is immutable.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25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Inputs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569464" cy="886673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27632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Gitea REST API — existing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2276856" cy="575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token, stock v1 endpoints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added on the Gitea side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written back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87068" y="2486873"/>
            <a:ext cx="109728" cy="109728"/>
          </a:xfrm>
          <a:prstGeom prst="down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24033"/>
            <a:ext cx="2569464" cy="133001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678897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read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2880065"/>
            <a:ext cx="2276856" cy="101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Orgs and repos: name, id, slug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Commits: sha, subject, date, additions, deletions, file paths, diff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requests: number, state, opened / reviewed / merged / closed, author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Reviews: submitted timestamp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87068" y="3981475"/>
            <a:ext cx="109728" cy="109728"/>
          </a:xfrm>
          <a:prstGeom prst="down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118635"/>
            <a:ext cx="2569464" cy="837413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173499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we create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" y="4374667"/>
            <a:ext cx="2276856" cy="52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 per org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versioned repository boundary: repo ids and slugs, effective from a date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5138928"/>
            <a:ext cx="2569464" cy="80467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5202936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" y="5394960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 per org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dated repository boundary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27248" y="3017520"/>
            <a:ext cx="118872" cy="109728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1225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Ingestion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46704" y="1572768"/>
            <a:ext cx="2569464" cy="96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627632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jobs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93008" y="1828800"/>
            <a:ext cx="2276856" cy="656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pull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Backfill replays past weeks, one at a time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by CI or a token-gated endpoint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6572" y="2567719"/>
            <a:ext cx="109728" cy="109728"/>
          </a:xfrm>
          <a:prstGeom prst="down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6704" y="2704879"/>
            <a:ext cx="2569464" cy="757696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759743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each repo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93008" y="2960911"/>
            <a:ext cx="2276856" cy="44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 come from the project's boundary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repo: pull requests, reviews, commits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6572" y="3490007"/>
            <a:ext cx="109728" cy="109728"/>
          </a:xfrm>
          <a:prstGeom prst="down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46704" y="3627167"/>
            <a:ext cx="2569464" cy="1328881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682031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and fold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93008" y="3883199"/>
            <a:ext cx="2276856" cy="101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response archived as received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Append-only; the archive is the record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to one row per project, repo, ISO week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week refreshed, not duplicated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46704" y="5138928"/>
            <a:ext cx="2569464" cy="80467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5202936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93008" y="5394960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activity row per project, repo, week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days, open and merged PRs, review latency, oldest open PR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16752" y="3017520"/>
            <a:ext cx="118872" cy="109728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1225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Assessment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36208" y="1572768"/>
            <a:ext cx="2569464" cy="610819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1627632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for one week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82512" y="1828800"/>
            <a:ext cx="227685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first: pause or no mapped repos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Gitea pull: commits, stats, top diffs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66076" y="2211019"/>
            <a:ext cx="109728" cy="109728"/>
          </a:xfrm>
          <a:prstGeom prst="down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2348179"/>
            <a:ext cx="2569464" cy="1240433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2403043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signal — LLM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82512" y="2604211"/>
            <a:ext cx="2276856" cy="92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forced tool call per project-week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confidence, headline, summary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volume, what changed, concerns by severity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data gaps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cites a real commit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66076" y="3616044"/>
            <a:ext cx="109728" cy="109728"/>
          </a:xfrm>
          <a:prstGeom prst="down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6208" y="3753204"/>
            <a:ext cx="2569464" cy="1202844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3808068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checkpoint — LLM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82512" y="4009236"/>
            <a:ext cx="2276856" cy="89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weeks in full, older by commit count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Trajectory, work to date, narrative</a:t>
            </a:r>
            <a:endParaRPr lang="en-US" sz="8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and open concerns, with evidence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data gaps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36208" y="5138928"/>
            <a:ext cx="2569464" cy="80467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5202936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82512" y="5394960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weekly signal per project-week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cumulative checkpoint per project and date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906256" y="3017520"/>
            <a:ext cx="118872" cy="109728"/>
          </a:xfrm>
          <a:prstGeom prst="rightArrow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25712" y="1225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Serving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125712" y="1572768"/>
            <a:ext cx="256946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72016" y="1627632"/>
            <a:ext cx="22768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dashboard shows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272016" y="1828800"/>
            <a:ext cx="227685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queue: projects needing review first, by status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signal: headline, summary, confidence, work volume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progress: trajectory, work to date, narrative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and concerns, each linked to a commit and week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Recommendations, data gaps, and depth of coverage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totals: active days, PRs, review latency, oldest open PR</a:t>
            </a:r>
            <a:endParaRPr lang="en-US" sz="900" dirty="0"/>
          </a:p>
          <a:p>
            <a:pPr marL="152400" indent="-152400">
              <a:buSzPct val="100000"/>
              <a:buChar char="•"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can confirm a risk, flag data quality, or record a pause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125712" y="5138928"/>
            <a:ext cx="2569464" cy="80467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72016" y="5202936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272016" y="5394960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queue across the portfolio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project: signal, narrative and its evidence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codebase, outside this path: a deterministic six-signal rule engine (used when no model is configured), and a plan-versus-CI assessment.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architecture</dc:title>
  <dc:subject>PptxGenJS Presentation</dc:subject>
  <dc:creator>PptxGenJS</dc:creator>
  <cp:lastModifiedBy>PptxGenJS</cp:lastModifiedBy>
  <cp:revision>1</cp:revision>
  <dcterms:created xsi:type="dcterms:W3CDTF">2026-08-23T16:10:13Z</dcterms:created>
  <dcterms:modified xsi:type="dcterms:W3CDTF">2026-08-23T16:10:13Z</dcterms:modified>
</cp:coreProperties>
</file>