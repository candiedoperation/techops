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layers. The important structural point is the direction of travel: the ingestion layer at the bottom is the only thing that writes portfolio data, everything above it reads. That is what lets a weekly snapshot be immutable. The three constraints on the right are deliberate product decisions, not gaps — pull-only means we can never be DDoSed by a webhook storm, the aggregation floor means we cannot accidentally build a surveillance tool for individual contributors, and no notification channel means nobody gets paged by a false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one is the scheduled pipeline. The two stages worth calling out are staging and the fold: raw pulls are append-only, so we keep the archive forever, and repo_activity is a projection we can rebuild. That is what lets a backfill replay week by week without duplicating anything. Track two is the CI agent — the tech lead's kickoff context is decomposed into a weekly plan once, then every push submits evidence against it. The green band is the claim I'd most want you to remember: we never let the model make a project look healthier than the numbers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surface area. Roughly eleven thousand lines of backend, and about half that again in tests — the ratio is deliberate, because the rule engine is pure functions and pure functions are cheap to pin down. The intelligence column is where the interesting work is: rules.py is the deterministic core, and the four *_llm modules are layers on top of it that each answer a different question — this week versus the plan, this week from raw diffs, and where the project stands cumulatively.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8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9377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direction of travel. Requests come down from the browser; data only ever flows up from Gitea.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4" y="2743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4593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 Horizon  ·  Project Health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450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700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25296" y="1682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25296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· styles.css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46120" y="17099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over a single payload. No framework, no bundler, no build step — plain JS against the API.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478024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25296" y="2560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25296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api.py · auth.py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46120" y="25877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routes behind Authentik OIDC bearer auth. Project leads are filtered server-side by their project claim.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35584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25296" y="3438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25296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 · *_llm.py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46120" y="3465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rule engine of six signals, wrapped by LLM judges that read real Gitea diffs under a token budget.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233672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334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25296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25296" y="46268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 · models.py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46120" y="43434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local and single-host runs, MongoDB via Beanie/Motor in production, behind one repository facade.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5111496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5212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25296" y="5193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225296" y="5504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ingestion.py · jobs.py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246120" y="522122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Pull-only adapters walk Gitea and People Portal on an ISO-week grid; raw rows land in append-only staging.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59253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writes. Everything above it only reads — snapshots are frozen the week they are scored.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247888" y="160020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47888" y="2148840"/>
            <a:ext cx="137160" cy="137160"/>
          </a:xfrm>
          <a:prstGeom prst="rect">
            <a:avLst/>
          </a:prstGeom>
          <a:solidFill>
            <a:srgbClr val="1B8CF5"/>
          </a:solidFill>
          <a:ln w="12700">
            <a:solidFill>
              <a:srgbClr val="1B8CF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03920" y="20574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Pull-only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247888" y="2350008"/>
            <a:ext cx="33649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accepts no webhooks and starts no scheduler of its own. Every job reaches out, on a cadence the deployment owns.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247888" y="3429000"/>
            <a:ext cx="137160" cy="13716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03920" y="33375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construction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8247888" y="3630168"/>
            <a:ext cx="33649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PrivacySafeModel rejects identity fields at the model layer, and contributor metrics are dropped below an aggregation floor of five.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247888" y="4709160"/>
            <a:ext cx="137160" cy="1371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03920" y="4617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pushed at you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8247888" y="4910328"/>
            <a:ext cx="33649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email, Slack, or paging integration exists. Warnings live inside the immutable snapshot and have to be opened to be seen.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8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9377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 write into the same store: a scheduled portfolio pipeline, and a per-push CI assessment agent.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4" y="2743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4593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 Horizon  ·  Project Health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450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2688" y="16184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portfolio pipeline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26480" y="16550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scripts/run_jobs.py  —  backfill · nightly · weekly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" y="1956816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sources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578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gitea · portal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950735" y="2377440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64110" y="1956816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55550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adapters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55550" y="2578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ingestion.py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566206" y="2377440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79581" y="1956816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71021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staging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71021" y="2578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*_staging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181676" y="2377440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95051" y="1956816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91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to projection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91" y="2578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repo_activity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797147" y="2377440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10522" y="1956816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01962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101962" y="2578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 — 6 signals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8412617" y="2377440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25992" y="1956816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17432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717432" y="2578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weekly_snapshots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10028088" y="2377440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241463" y="1956816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32903" y="20756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dashboard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332903" y="2578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/snapshots/latest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48640" y="3310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32688" y="33009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assessment agent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6126480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on every push  —  non-blocking by default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48640" y="3602736"/>
            <a:ext cx="1993392" cy="969264"/>
          </a:xfrm>
          <a:prstGeom prst="roundRect">
            <a:avLst>
              <a:gd name="adj" fmla="val 5660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0080" y="372160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context → spec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640080" y="4187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/spec/decompose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587752" y="4005072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16352" y="3602736"/>
            <a:ext cx="1993392" cy="969264"/>
          </a:xfrm>
          <a:prstGeom prst="roundRect">
            <a:avLst>
              <a:gd name="adj" fmla="val 5660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907792" y="372160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push evidence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2907792" y="4187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/ci/assessments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855464" y="4005072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84064" y="3602736"/>
            <a:ext cx="1993392" cy="969264"/>
          </a:xfrm>
          <a:prstGeom prst="roundRect">
            <a:avLst>
              <a:gd name="adj" fmla="val 5660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75504" y="372160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baseline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5175504" y="4187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ci_agent.py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7123176" y="4005072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51776" y="3602736"/>
            <a:ext cx="1993392" cy="969264"/>
          </a:xfrm>
          <a:prstGeom prst="roundRect">
            <a:avLst>
              <a:gd name="adj" fmla="val 5660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43216" y="372160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proposal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7443216" y="4187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ci_llm.py — forced tool call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9390888" y="4005072"/>
            <a:ext cx="182880" cy="164592"/>
          </a:xfrm>
          <a:prstGeom prst="rightArrow">
            <a:avLst/>
          </a:prstGeom>
          <a:solidFill>
            <a:srgbClr val="2C4A70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619488" y="3602736"/>
            <a:ext cx="1993392" cy="969264"/>
          </a:xfrm>
          <a:prstGeom prst="roundRect">
            <a:avLst>
              <a:gd name="adj" fmla="val 5660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710928" y="372160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reconcile() clamp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9710928" y="4187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min(score) · monotone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48640" y="4864608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0D2A22"/>
          </a:solidFill>
          <a:ln w="12700">
            <a:solidFill>
              <a:srgbClr val="1F5E4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41248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guarantee</a:t>
            </a:r>
            <a:endParaRPr lang="en-US" sz="1250" dirty="0"/>
          </a:p>
        </p:txBody>
      </p:sp>
      <p:sp>
        <p:nvSpPr>
          <p:cNvPr id="62" name="Text 59"/>
          <p:cNvSpPr/>
          <p:nvPr/>
        </p:nvSpPr>
        <p:spPr>
          <a:xfrm>
            <a:off x="841248" y="524865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engine always runs first and owns the baseline. The LLM can only raise severity or lower the score — never improve either. Blockers without a valid evidence citation are dropped, and any LLM failure returns the baseline unchanged, so hallucinated optimism and prompt injection in a lead's progress note are structurally inert.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8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9377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map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backend modules plus a dependency-free frontend, grouped by what each layer is responsible for.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4" y="2743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4593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5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 Horizon  ·  Project Health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450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615184" cy="2834640"/>
          </a:xfrm>
          <a:prstGeom prst="roundRect">
            <a:avLst>
              <a:gd name="adj" fmla="val 2098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jobs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21396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jobs.py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313432" y="21396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1738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13232" y="24277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ingestion.py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13432" y="24277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3232" y="2715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staging.py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13432" y="2715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375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30038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seed.py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313432" y="30038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3232" y="3291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resolvers.py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313432" y="3291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64992" y="1600200"/>
            <a:ext cx="2615184" cy="2834640"/>
          </a:xfrm>
          <a:prstGeom prst="roundRect">
            <a:avLst>
              <a:gd name="adj" fmla="val 2098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29584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529584" y="21396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129784" y="21396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529584" y="24277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ci_llm.py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129784" y="24277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902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29584" y="2715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cumulative_llm.py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129784" y="2715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529584" y="30038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code_evidence.py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129784" y="30038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457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529584" y="3291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signal_llm.py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129784" y="3291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448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529584" y="35798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ci_agent.py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129784" y="35798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439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529584" y="38679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129784" y="38679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181344" y="1600200"/>
            <a:ext cx="2615184" cy="2834640"/>
          </a:xfrm>
          <a:prstGeom prst="roundRect">
            <a:avLst>
              <a:gd name="adj" fmla="val 2098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45936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auth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345936" y="21396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api.py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946136" y="21396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932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345936" y="24277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admin.py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946136" y="24277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273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345936" y="2715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946136" y="2715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214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345936" y="30038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auth.py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946136" y="30038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345936" y="3291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946136" y="3291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345936" y="35798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errors.py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946136" y="35798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997696" y="1600200"/>
            <a:ext cx="2615184" cy="2834640"/>
          </a:xfrm>
          <a:prstGeom prst="roundRect">
            <a:avLst>
              <a:gd name="adj" fmla="val 2098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62288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UI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9162288" y="21396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10762488" y="21396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764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9162288" y="24277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10762488" y="24277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553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9162288" y="2715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10762488" y="2715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1914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9162288" y="30038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10762488" y="30038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680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9162288" y="3291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BF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10762488" y="3291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E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548640" y="4800600"/>
            <a:ext cx="2051914" cy="1234440"/>
          </a:xfrm>
          <a:prstGeom prst="roundRect">
            <a:avLst>
              <a:gd name="adj" fmla="val 4444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48640" y="4956048"/>
            <a:ext cx="2051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8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10,804</a:t>
            </a:r>
            <a:endParaRPr lang="en-US" sz="3200" dirty="0"/>
          </a:p>
        </p:txBody>
      </p:sp>
      <p:sp>
        <p:nvSpPr>
          <p:cNvPr id="64" name="Text 61"/>
          <p:cNvSpPr/>
          <p:nvPr/>
        </p:nvSpPr>
        <p:spPr>
          <a:xfrm>
            <a:off x="676656" y="5522976"/>
            <a:ext cx="1795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backend Python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2801722" y="4800600"/>
            <a:ext cx="2051914" cy="1234440"/>
          </a:xfrm>
          <a:prstGeom prst="roundRect">
            <a:avLst>
              <a:gd name="adj" fmla="val 4444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801722" y="4956048"/>
            <a:ext cx="2051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3200" dirty="0"/>
          </a:p>
        </p:txBody>
      </p:sp>
      <p:sp>
        <p:nvSpPr>
          <p:cNvPr id="67" name="Text 64"/>
          <p:cNvSpPr/>
          <p:nvPr/>
        </p:nvSpPr>
        <p:spPr>
          <a:xfrm>
            <a:off x="2929738" y="5522976"/>
            <a:ext cx="1795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tests, 5,686 lines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054803" y="4800600"/>
            <a:ext cx="2051914" cy="1234440"/>
          </a:xfrm>
          <a:prstGeom prst="roundRect">
            <a:avLst>
              <a:gd name="adj" fmla="val 4444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054803" y="4956048"/>
            <a:ext cx="2051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FB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70" name="Text 67"/>
          <p:cNvSpPr/>
          <p:nvPr/>
        </p:nvSpPr>
        <p:spPr>
          <a:xfrm>
            <a:off x="5182819" y="5522976"/>
            <a:ext cx="1795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routes, all role-scoped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7307885" y="4800600"/>
            <a:ext cx="2051914" cy="1234440"/>
          </a:xfrm>
          <a:prstGeom prst="roundRect">
            <a:avLst>
              <a:gd name="adj" fmla="val 4444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307885" y="4956048"/>
            <a:ext cx="2051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3" name="Text 70"/>
          <p:cNvSpPr/>
          <p:nvPr/>
        </p:nvSpPr>
        <p:spPr>
          <a:xfrm>
            <a:off x="7435901" y="5522976"/>
            <a:ext cx="1795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signal rules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560966" y="4800600"/>
            <a:ext cx="2051914" cy="1234440"/>
          </a:xfrm>
          <a:prstGeom prst="roundRect">
            <a:avLst>
              <a:gd name="adj" fmla="val 4444"/>
            </a:avLst>
          </a:prstGeom>
          <a:solidFill>
            <a:srgbClr val="12243A"/>
          </a:solidFill>
          <a:ln w="12700">
            <a:solidFill>
              <a:srgbClr val="1F3B5E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560966" y="4956048"/>
            <a:ext cx="2051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8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76" name="Text 73"/>
          <p:cNvSpPr/>
          <p:nvPr/>
        </p:nvSpPr>
        <p:spPr>
          <a:xfrm>
            <a:off x="9688982" y="5522976"/>
            <a:ext cx="1795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CLI scripts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Dev Horizon — Architecture</dc:title>
  <dc:subject>PptxGenJS Presentation</dc:subject>
  <dc:creator>App Dev Club</dc:creator>
  <cp:lastModifiedBy>App Dev Club</cp:lastModifiedBy>
  <cp:revision>1</cp:revision>
  <dcterms:created xsi:type="dcterms:W3CDTF">2026-08-23T06:50:20Z</dcterms:created>
  <dcterms:modified xsi:type="dcterms:W3CDTF">2026-08-23T06:50:20Z</dcterms:modified>
</cp:coreProperties>
</file>